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>
      <p:cViewPr>
        <p:scale>
          <a:sx n="103" d="100"/>
          <a:sy n="103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01E09-77F3-5EC6-0CD7-1E26348B3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468529-A7B3-7A47-6824-F5D1D957C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2CF96-8720-1300-2E56-F9A0F0152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27/8/25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1DF83-DCAC-8C38-F53E-DB960939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D5E7E-C7D4-7AD5-7292-2C907F96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70424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34DC9-28DD-A883-66D6-A37AF196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A9869-3415-6F2D-277D-5EC1EF60B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0B870-5E5E-AAA2-16D6-F1768A1B6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27/8/25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F0C31-061E-0EFE-6808-7BBDB71EE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C3C60-5495-A2E9-5093-D230C274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20962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5C624-CA56-5CE0-28F4-4D50CACD5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75FC7-8284-06BA-8BC0-776A8C9E0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DF11C-51BA-0F90-9AE5-68BA7C898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27/8/25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AA86B-8CE4-CF39-2431-3250D44D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14A7-3171-0B7F-5DF2-7D6ADA88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51748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5C67-E6E7-D3BC-A9C6-CD11A768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722A1-642A-E7D6-D145-87B01C93F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DBE69-8231-900F-729C-E98C2E7F6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DA860-2962-8C27-DA69-79B7C9B18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27/8/25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92DC8-4C1C-CEF5-B8F7-ED7861F05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1D61D-890C-3946-C4F1-B5DA30F8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12214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D7900-74AB-4DC0-A693-BB5F51597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D2544-8B1D-0D11-B68D-6AAD0B55E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F8AA7-F35E-7F00-2BC7-EB4F79805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C47ACE-ACBC-7289-6972-D22B0CFD6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1EB263-3492-7155-DCC4-B17B364D8D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1E449-6DAA-474C-D494-8E60D35A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27/8/25</a:t>
            </a:fld>
            <a:endParaRPr lang="en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6291D-14DE-D152-125F-5DE3F4AF3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DD9015-531D-4146-9744-06669FDF4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160042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3F0AB-7260-CE0C-5535-B41518BB9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498A22-EA37-0950-EAF7-CA0073E8E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27/8/25</a:t>
            </a:fld>
            <a:endParaRPr lang="en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BC88AA-D74F-0CE5-618D-5F1D0CDC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EE20D-C3F4-32E9-1005-D2742064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56757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08BD6-0424-CB74-98D1-CA5CFC54A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27/8/25</a:t>
            </a:fld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ECA6B1-F32A-86E6-4D95-1F0C6C16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2CBA5-9B19-7E15-BEBC-1D666E27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122801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133FA-A678-B9A5-3502-531DF432A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9EEE1-06E8-80D0-FFFC-5ADCA2B34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6881D-6352-6E12-07ED-ECC3384DC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30856-DCCC-41DC-0DAA-B43D9445C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27/8/25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772BA-D3D7-3D60-993D-9224C2AD9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8A139-7AE2-61B2-8446-50ED58BF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031200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61BE-EDCF-0BAD-3D5E-5DA23702E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BA89CE-0B9A-FDCC-2C7C-82D136AF11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7BB3A-7DFE-BF95-0780-7EFFBEE79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D95ED-1F31-7A79-BB9E-F21D33C90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27/8/25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67247-DAE2-E59A-7EBC-D5C2CC12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0AA56-F761-8348-6D7F-FD3F27F4C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518806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FE5F7-DDBC-BF75-DC65-C40E7EF98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38B8C-4E40-5FB0-11BF-C04BCB746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0B133-BE12-053D-81B7-1FB5096EA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27/8/25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9665D-8D9B-E784-048D-B13E82FDE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EF89F-3B94-40BE-21E1-EFE1DD3B4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561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F68EC6-18C1-A287-19EC-FED7366C2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2A6FCB-B01A-241C-75D6-BE0E6CDE9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FAC7A-3646-7240-523A-310DE07FF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27/8/25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99639-BA6E-E01D-9C9D-C32F90B0C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21D2C-B978-5602-065A-DB86F8861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928894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AAD5F9-E2E3-D4C7-7997-8F4CAE30C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71B35-B8EF-D580-E90D-F70B6B2CF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D56CB-8EA7-EC4F-D6C7-A2D3841CB4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5F1F9-CE12-E745-BFE6-59133B006D16}" type="datetimeFigureOut">
              <a:rPr lang="en-GR" smtClean="0"/>
              <a:t>27/8/25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65C1D-5D2D-0AEB-B266-BC184B6C2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93051-49FE-9E3D-B893-E9E37D705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27173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5D84A3-9DFB-9F24-B6A8-04063D981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45" y="489321"/>
            <a:ext cx="10517659" cy="587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6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7B1EF3-33A2-A291-94CC-F7195A68AC11}"/>
                  </a:ext>
                </a:extLst>
              </p:cNvPr>
              <p:cNvSpPr txBox="1"/>
              <p:nvPr/>
            </p:nvSpPr>
            <p:spPr>
              <a:xfrm>
                <a:off x="369673" y="369711"/>
                <a:ext cx="6475971" cy="4016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b="1" dirty="0"/>
                  <a:t>Forward Pass: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</m:oMath>
                </a14:m>
                <a:endParaRPr lang="ar-A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pPr>
                  <a:buNone/>
                </a:pPr>
                <a:endParaRPr lang="en-GB" b="1" dirty="0"/>
              </a:p>
              <a:p>
                <a:pPr>
                  <a:buNone/>
                </a:pPr>
                <a:r>
                  <a:rPr lang="en-GB" b="1" dirty="0"/>
                  <a:t>Backward Pass: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dirty="0"/>
                  <a:t>Loss derivative</a:t>
                </a:r>
                <a:r>
                  <a:rPr lang="en-GB" baseline="30000" dirty="0"/>
                  <a:t>1</a:t>
                </a:r>
                <a:r>
                  <a:rPr lang="en-GB" dirty="0"/>
                  <a:t>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Compute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dirty="0"/>
                  <a:t>Then 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nor/>
                      </m:rPr>
                      <a:rPr lang="ar-AE" b="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m:rPr>
                        <m:nor/>
                      </m:rPr>
                      <a:rPr lang="ar-AE" b="0" i="1" smtClean="0"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endChr m:val="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ℓ−1</m:t>
                                </m:r>
                              </m:e>
                            </m:d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baseline="30000" dirty="0"/>
                  <a:t>T</a:t>
                </a:r>
                <a:endParaRPr lang="ar-AE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𝑑𝑍</m:t>
                    </m:r>
                    <m:d>
                      <m:dPr>
                        <m:begChr m:val="["/>
                        <m:endChr m:val="]"/>
                        <m:ctrlPr>
                          <a:rPr lang="ar-AE" b="0" i="1" baseline="300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0" baseline="3000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𝑘𝑒𝑒𝑝𝑑𝑖𝑚𝑠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baseline="30000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ar-AE" b="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7B1EF3-33A2-A291-94CC-F7195A68A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73" y="369711"/>
                <a:ext cx="6475971" cy="4016741"/>
              </a:xfrm>
              <a:prstGeom prst="rect">
                <a:avLst/>
              </a:prstGeom>
              <a:blipFill>
                <a:blip r:embed="rId2"/>
                <a:stretch>
                  <a:fillRect l="-978" t="-946" b="-31230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DAB47C-66FB-A2B3-7405-6E619A230D1F}"/>
                  </a:ext>
                </a:extLst>
              </p:cNvPr>
              <p:cNvSpPr txBox="1"/>
              <p:nvPr/>
            </p:nvSpPr>
            <p:spPr>
              <a:xfrm>
                <a:off x="369673" y="4669862"/>
                <a:ext cx="6098058" cy="1511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baseline="30000" dirty="0"/>
                  <a:t>1</a:t>
                </a:r>
                <a:r>
                  <a:rPr lang="en-GB" dirty="0"/>
                  <a:t>Loss Derivative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dirty="0"/>
                  <a:t>Sigmoid + BCE</a:t>
                </a:r>
                <a:r>
                  <a:rPr lang="en-GB" dirty="0"/>
                  <a:t> (binary):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dirty="0" err="1"/>
                  <a:t>Softmax</a:t>
                </a:r>
                <a:r>
                  <a:rPr lang="en-GB" b="1" dirty="0"/>
                  <a:t> + cross-entropy</a:t>
                </a:r>
                <a:r>
                  <a:rPr lang="en-GB" dirty="0"/>
                  <a:t> (multiclass):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dirty="0"/>
                  <a:t>Sigmoid + MSE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ar-AE" b="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ar-AE" dirty="0"/>
                  <a:t>(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dirty="0"/>
                  <a:t>Tanh/</a:t>
                </a:r>
                <a:r>
                  <a:rPr lang="en-GB" b="1" dirty="0" err="1"/>
                  <a:t>ReLU</a:t>
                </a:r>
                <a:r>
                  <a:rPr lang="en-GB" b="1" dirty="0"/>
                  <a:t> + MSE/other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𝑑𝐴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⊙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DAB47C-66FB-A2B3-7405-6E619A230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73" y="4669862"/>
                <a:ext cx="6098058" cy="1511119"/>
              </a:xfrm>
              <a:prstGeom prst="rect">
                <a:avLst/>
              </a:prstGeom>
              <a:blipFill>
                <a:blip r:embed="rId3"/>
                <a:stretch>
                  <a:fillRect l="-832" t="-1667" b="-5833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899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116</Words>
  <Application>Microsoft Macintosh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Takis Fessas</dc:creator>
  <cp:lastModifiedBy>Takis Fessas</cp:lastModifiedBy>
  <cp:revision>2</cp:revision>
  <dcterms:created xsi:type="dcterms:W3CDTF">2025-08-27T18:35:58Z</dcterms:created>
  <dcterms:modified xsi:type="dcterms:W3CDTF">2025-08-27T21:38:56Z</dcterms:modified>
</cp:coreProperties>
</file>